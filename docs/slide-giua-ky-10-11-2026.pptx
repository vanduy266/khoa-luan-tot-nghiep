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Tôi trình bày tiến độ, kết quả thực nghiệm ban đầu và phần còn tiếp tục.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SOH khác SOC. Bài toán chính là hồi quy SOH; tôi chưa triển khai RUL.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Tôi không khẳng định mô hình dùng được ngay cho mọi bộ pin xe điện.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Hai giai đoạn thuộc cùng 86 pin; số dòng đo không phải số mẫu chu kỳ độc lập.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Tôi giữ nguyên MAT và kiểm tra nguồn. Chu kỳ đầu xả 0,2C được giữ để đối chiếu nhưng không dùng trong đánh giá 1C.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Tôi không đưa dung lượng hoặc SOH thực vào đặc trưng. Dữ liệu gốc không bị sửa.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thuật toán và cách kết hợp có sẵn, không tuyên bố phát minh thuật toán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Nếu chia ngẫu nhiên các dòng cùng pin, kết quả có thể lạc quan do rò rỉ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Điểm này lấy từ dự đoán giữ riêng pin, không phải dự đoán lại tập đã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Thêm dữ liệu có thể tăng hoặc giảm sai số; tôi báo cáo đúng kết quả và giới hạn điều kiện đo.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Tôi demo một pin ở trang kiểm thử giữ riêng trước, sau đó giới thiệu dự đoán ứng dụng; hai kết quả có ý nghĩa khác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BMS trên xe và RUL vẫn chưa thực hiện. Tôi xin góp ý về phạm vi và thiết kế thực nghiệm trước giai đoạn cuối.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153D35"/>
                </a:solidFill>
                <a:latin typeface="Arial"/>
              </a:defRPr>
            </a:pPr>
            <a:r>
              <a:t>Báo cáo giữa kỳ · 10/11/2026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Phân tích và dự đoán tình trạng sức khỏe pin xe điện bằng các mô hình học máy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Nguyễn Văn Duy · MSSV 2311553949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Chuyên ngành Khoa Học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>
                <a:solidFill>
                  <a:srgbClr val="52665D"/>
                </a:solidFill>
                <a:latin typeface="Arial"/>
              </a:defRPr>
            </a:pPr>
            <a:r>
              <a:t>Nguyễn Văn Duy · 2311553949     |     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153D35"/>
                </a:solidFill>
                <a:latin typeface="Arial"/>
              </a:defRPr>
            </a:pPr>
            <a:r>
              <a:t>Bài toán và mục tiêu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SOH: dung lượng hiện tại so với dung lượng tham chiếu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Dự đoán từ 120 giây đầu chu kỳ xả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So sánh mô hình trên pin chưa được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>
                <a:solidFill>
                  <a:srgbClr val="52665D"/>
                </a:solidFill>
                <a:latin typeface="Arial"/>
              </a:defRPr>
            </a:pPr>
            <a:r>
              <a:t>Nguyễn Văn Duy · 2311553949     |     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153D35"/>
                </a:solidFill>
                <a:latin typeface="Arial"/>
              </a:defRPr>
            </a:pPr>
            <a:r>
              <a:t>Phạm vi nghiên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Dữ liệu tế bào pin lithium-ion trong phòng lab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SDU là nguồn chính, XJTU là nguồn bổ sung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Chưa kiểm chứng bằng BMS trên xe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>
                <a:solidFill>
                  <a:srgbClr val="52665D"/>
                </a:solidFill>
                <a:latin typeface="Arial"/>
              </a:defRPr>
            </a:pPr>
            <a:r>
              <a:t>Nguyễn Văn Duy · 2311553949     |     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153D35"/>
                </a:solidFill>
                <a:latin typeface="Arial"/>
              </a:defRPr>
            </a:pPr>
            <a:r>
              <a:t>Dữ liệu SDU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86 pin Lishen NMC 2,4 Ah; hai giai đoạn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10.505.065 điểm đo · 20.823 chu kỳ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Nguồn Zenodo 2025 · CC BY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>
                <a:solidFill>
                  <a:srgbClr val="52665D"/>
                </a:solidFill>
                <a:latin typeface="Arial"/>
              </a:defRPr>
            </a:pPr>
            <a:r>
              <a:t>Nguyễn Văn Duy · 2311553949     |     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153D35"/>
                </a:solidFill>
                <a:latin typeface="Arial"/>
              </a:defRPr>
            </a:pPr>
            <a:r>
              <a:t>Dữ liệu XJTU tương đồng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Lishen 18650 NCM 2 Ah · nguồn 2024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Chọn 23 pin Batch-1/2 có quy trình cố định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6,938 chu kỳ xả 1C trong đánh giá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>
                <a:solidFill>
                  <a:srgbClr val="52665D"/>
                </a:solidFill>
                <a:latin typeface="Arial"/>
              </a:defRPr>
            </a:pPr>
            <a:r>
              <a:t>Nguyễn Văn Duy · 2311553949     |     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153D35"/>
                </a:solidFill>
                <a:latin typeface="Arial"/>
              </a:defRPr>
            </a:pPr>
            <a:r>
              <a:t>Xử lý và đặc trưng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Kiểm tra → tách chu kỳ → lấy cửa sổ đầu xả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V/I/T tạo đầu vào; dung lượng cả chu kỳ tạo nhãn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XJTU đổi dòng điện sang C-rate theo 2 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>
                <a:solidFill>
                  <a:srgbClr val="52665D"/>
                </a:solidFill>
                <a:latin typeface="Arial"/>
              </a:defRPr>
            </a:pPr>
            <a:r>
              <a:t>Nguyễn Văn Duy · 2311553949     |     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153D35"/>
                </a:solidFill>
                <a:latin typeface="Arial"/>
              </a:defRPr>
            </a:pPr>
            <a:r>
              <a:t>Các mô hình thực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Ridge · Random Forest · LightGBM · GRU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Mốc trung bình làm đối chứng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Ridge–RF phần dư; RF đa nguồn là phương án thử thêm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>
                <a:solidFill>
                  <a:srgbClr val="52665D"/>
                </a:solidFill>
                <a:latin typeface="Arial"/>
              </a:defRPr>
            </a:pPr>
            <a:r>
              <a:t>Nguyễn Văn Duy · 2311553949     |     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153D35"/>
                </a:solidFill>
                <a:latin typeface="Arial"/>
              </a:defRPr>
            </a:pPr>
            <a:r>
              <a:t>Thiết kế kiểm thử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5 vòng chia theo mã pin; train/test không trùng pin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Chuẩn hóa chỉ học trên tập train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MAE, RMSE, R² lấy trung bình theo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>
                <a:solidFill>
                  <a:srgbClr val="52665D"/>
                </a:solidFill>
                <a:latin typeface="Arial"/>
              </a:defRPr>
            </a:pPr>
            <a:r>
              <a:t>Nguyễn Văn Duy · 2311553949     |     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153D35"/>
                </a:solidFill>
                <a:latin typeface="Arial"/>
              </a:defRPr>
            </a:pPr>
            <a:r>
              <a:t>Kết quả ban đầu SDU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RF: MAE 1.619 · RMSE 2.157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R² 0.970 · kiểm thử giữ riêng pin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Bảng đầy đủ và sai số theo pin ở notebook/ứng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>
                <a:solidFill>
                  <a:srgbClr val="52665D"/>
                </a:solidFill>
                <a:latin typeface="Arial"/>
              </a:defRPr>
            </a:pPr>
            <a:r>
              <a:t>Nguyễn Văn Duy · 2311553949     |     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153D35"/>
                </a:solidFill>
                <a:latin typeface="Arial"/>
              </a:defRPr>
            </a:pPr>
            <a:r>
              <a:t>Kết quả bổ sung XJTU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RF: MAE 0.577 · RMSE 0.764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RF đa nguồn: MAE 0.623 · RMSE 0.867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MAE/RMSE theo điểm phần trăm SOH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RF SDU cũ → XJTU: MAE 12,836; chưa chuyển trực tiếp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>
                <a:solidFill>
                  <a:srgbClr val="52665D"/>
                </a:solidFill>
                <a:latin typeface="Arial"/>
              </a:defRPr>
            </a:pPr>
            <a:r>
              <a:t>Nguyễn Văn Duy · 2311553949     |   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153D35"/>
                </a:solidFill>
                <a:latin typeface="Arial"/>
              </a:defRPr>
            </a:pPr>
            <a:r>
              <a:t>Sản phẩm Vincent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Tra cứu, biểu đồ, kiểm tra và dự đoán SOH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Trang XJTU: kết quả, nguồn và dự đoán MAT riêng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CSV kết quả; notebook và mô hình xem ngoài ứng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>
                <a:solidFill>
                  <a:srgbClr val="52665D"/>
                </a:solidFill>
                <a:latin typeface="Arial"/>
              </a:defRPr>
            </a:pPr>
            <a:r>
              <a:t>Nguyễn Văn Duy · 2311553949     |   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153D35"/>
                </a:solidFill>
                <a:latin typeface="Arial"/>
              </a:defRPr>
            </a:pPr>
            <a:r>
              <a:t>Kế hoạch tiếp theo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Rà soát sai số và độ ổn định thực nghiệm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Hoàn thiện báo cáo theo góp ý giảng viên</a:t>
            </a:r>
          </a:p>
          <a:p>
            <a:pPr>
              <a:spcAft>
                <a:spcPts val="2000"/>
              </a:spcAft>
              <a:defRPr sz="2400">
                <a:solidFill>
                  <a:srgbClr val="183C35"/>
                </a:solidFill>
                <a:latin typeface="Arial"/>
              </a:defRPr>
            </a:pPr>
            <a:r>
              <a:t>• Chuẩn bị demo, bản dự phòng và nội dung bảo vệ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>
                <a:solidFill>
                  <a:srgbClr val="52665D"/>
                </a:solidFill>
                <a:latin typeface="Arial"/>
              </a:defRPr>
            </a:pPr>
            <a:r>
              <a:t>Nguyễn Văn Duy · 2311553949     |   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