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và dự đoán SOH pin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Nguyễn Văn Duy · 2311553949 · 23DTH2A</a:t>
            </a:r>
          </a:p>
          <a:p>
            <a:pPr>
              <a:defRPr sz="2300"/>
            </a:pPr>
            <a:r>
              <a:t>GVHD theo phiếu: ThS. Vương Xuân Chí</a:t>
            </a:r>
          </a:p>
          <a:p>
            <a:pPr>
              <a:defRPr sz="2300"/>
            </a:pPr>
            <a:r>
              <a:t>Bản nghiên cứu để trao đổi; chưa nghiệm thu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Bài toán và phạm 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Ước lượng SOH sau 120 giây đầu chu kỳ xả</a:t>
            </a:r>
          </a:p>
          <a:p>
            <a:pPr>
              <a:defRPr sz="2300"/>
            </a:pPr>
            <a:r>
              <a:t>SOH khác SOC và RUL</a:t>
            </a:r>
          </a:p>
          <a:p>
            <a:pPr>
              <a:defRPr sz="2300"/>
            </a:pPr>
            <a:r>
              <a:t>Cell thử nghiệm; chưa có bằng chứng trên xe thực tế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Bản CSV cộng đồng dẫn nguồn NASA; ghim commit và SHA-256</a:t>
            </a:r>
          </a:p>
          <a:p>
            <a:pPr>
              <a:defRPr sz="2300"/>
            </a:pPr>
            <a:r>
              <a:t>B05/B07/B18 · 468 chu kỳ</a:t>
            </a:r>
          </a:p>
          <a:p>
            <a:pPr>
              <a:defRPr sz="2300"/>
            </a:pPr>
            <a:r>
              <a:t>Chưa đối chiếu MAT gốc; cần xác minh trục thời gian giống nhau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Nhãn và đặc trưng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SOH (%) = 100 × capacity / 2 Ah</a:t>
            </a:r>
          </a:p>
          <a:p>
            <a:pPr>
              <a:defRPr sz="2300"/>
            </a:pPr>
            <a:r>
              <a:t>11 đặc trưng: chu kỳ, điện áp, dòng, nhiệt độ</a:t>
            </a:r>
          </a:p>
          <a:p>
            <a:pPr>
              <a:defRPr sz="2300"/>
            </a:pPr>
            <a:r>
              <a:t>Không dùng capacity, SOH hoặc tín hiệu sau 120 giây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Thiết kế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Leave-one-battery-out: 3 vòng</a:t>
            </a:r>
          </a:p>
          <a:p>
            <a:pPr>
              <a:defRPr sz="2300"/>
            </a:pPr>
            <a:r>
              <a:t>Huấn luyện hai pin, kiểm thử pin còn lại</a:t>
            </a:r>
          </a:p>
          <a:p>
            <a:pPr>
              <a:defRPr sz="2300"/>
            </a:pPr>
            <a:r>
              <a:t>Tham số cố định; chuẩn hóa fit trên train; không tuning trên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Mô hình so sánh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Mean baseline và Cycle Ridge</a:t>
            </a:r>
          </a:p>
          <a:p>
            <a:pPr>
              <a:defRPr sz="2300"/>
            </a:pPr>
            <a:r>
              <a:t>Signal Ridge, Random Forest, HistGradientBoosting</a:t>
            </a:r>
          </a:p>
          <a:p>
            <a:pPr>
              <a:defRPr sz="2300"/>
            </a:pPr>
            <a:r>
              <a:t>Demo chọn RF cố định trước khi xem điểm số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quả thực nghiệm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RF macro MAE: 1.241 điểm phần trăm SOH</a:t>
            </a:r>
          </a:p>
          <a:p>
            <a:pPr>
              <a:defRPr sz="2300"/>
            </a:pPr>
            <a:r>
              <a:t>RF macro RMSE: 1.628</a:t>
            </a:r>
          </a:p>
          <a:p>
            <a:pPr>
              <a:defRPr sz="2300"/>
            </a:pPr>
            <a:r>
              <a:t>Không gọi MAE là độ chính xác phần trăm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So sánh mô hình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972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Dự đoán trên pin giữ riêng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972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Tab dữ liệu và kết quả kiểm thử</a:t>
            </a:r>
          </a:p>
          <a:p>
            <a:pPr>
              <a:defRPr sz="2300"/>
            </a:pPr>
            <a:r>
              <a:t>Nhận CSV một chu kỳ; kiểm tra đơn vị và cửa sổ</a:t>
            </a:r>
          </a:p>
          <a:p>
            <a:pPr>
              <a:defRPr sz="2300"/>
            </a:pPr>
            <a:r>
              <a:t>Mẫu demo đã học, không phải test độc lập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Hạn chế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Chỉ 3 pin, chưa kiểm định thống kê rộng</a:t>
            </a:r>
          </a:p>
          <a:p>
            <a:pPr>
              <a:defRPr sz="2300"/>
            </a:pPr>
            <a:r>
              <a:t>Chưa xác minh dữ liệu gốc, chuyển miền hoặc bộ pin xe</a:t>
            </a:r>
          </a:p>
          <a:p>
            <a:pPr>
              <a:defRPr sz="2300"/>
            </a:pPr>
            <a:r>
              <a:t>Chưa có tuning, ablation và RUL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luận và bước tiếp theo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Pipeline, kiểm thử, demo và kết quả có thể tái lập</a:t>
            </a:r>
          </a:p>
          <a:p>
            <a:pPr>
              <a:defRPr sz="2300"/>
            </a:pPr>
            <a:r>
              <a:t>Xác minh MAT gốc và chạy lại</a:t>
            </a:r>
          </a:p>
          <a:p>
            <a:pPr>
              <a:defRPr sz="2300"/>
            </a:pPr>
            <a:r>
              <a:t>Thêm pin, điều kiện vận hành và tổng quan nghiên cứu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