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Phân tích và dự đoán</a:t>
            </a:r>
          </a:p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sức khỏe pin xe điện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Nguyễn Văn Duy · 2311553949 · 23DTH2A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Chuyên ngành Khoa Học Dữ Liệu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GVHD: ThS. Vương Xuân Chí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Bài toán nghiên cứu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Quan sát 120 giây đầu xả → ước lượng SOH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SOH = dung lượng xả / 2,4 Ah × 100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Thực nghiệm cấp tế bào trong phòng thí nghiệm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Nguồn dữ liệu SDU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Wang, Gao và Tian · Đại học Sơn Đông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Zenodo DOI: 10.5281/zenodo.14859405 · CC BY 4.0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86 pin NMC(532)/graphite qua hai giai đoạn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Từ nguồn đến dữ liệu mô hình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145.112.317 dòng nguồn → 30.929.675 dòng xả tham chiếu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Bản chọn: 10.505.065 dòng, đủ 20.823 chu kỳ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Giữ nguyên cửa sổ đầu xả; lấy thưa đoạn sau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SOH theo hai giai đoạn</a:t>
            </a:r>
          </a:p>
        </p:txBody>
      </p:sp>
      <p:pic>
        <p:nvPicPr>
          <p:cNvPr id="5" name="Picture 4" descr="soh_by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87" y="1828800"/>
            <a:ext cx="10789920" cy="3596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Chất lượng và truy xuất nguồn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Đối chiếu MD5 gói gốc và SHA-256 file được chọn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Không thiếu tín hiệu bắt buộc, không trùng khóa thời gian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26 điểm nghi vấn được giữ; không nằm trong 120 giây đầu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Đặc trưng và nhãn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12 đặc trưng: chu kỳ, giai đoạn, thống kê V/I/T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Không dùng dung lượng, nhãn hoặc tín hiệu cuối chu kỳ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GRU: 25 vị trí × 3 tín hiệu + ngữ cảnh chu kỳ/giai đoạn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Bốn mô hình và mốc đối chứng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Ridge: tuyến tính, điều chuẩn L2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Random Forest và LightGBM: quan hệ phi tuyến trên bảng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GRU: học chuỗi đầu xả; thêm mốc dự đoán trung bình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Thiết kế kiểm thử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GroupKFold 5 vòng, chia theo 86 pin vật lý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Hai giai đoạn của một pin luôn ở cùng phía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Chuẩn hóa chỉ học trên train; cấu hình và seed cố định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So sánh sai số</a:t>
            </a:r>
          </a:p>
        </p:txBody>
      </p:sp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47" y="1828800"/>
            <a:ext cx="102870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Kết quả Random Forest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MAE: 1.619 điểm phần trăm SOH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RMSE: 2.157 · R²: 0.970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Chỉ số là trung bình theo pin giữ riêng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Thực tế và dự đoán</a:t>
            </a:r>
          </a:p>
        </p:txBody>
      </p:sp>
      <p:pic>
        <p:nvPicPr>
          <p:cNvPr id="5" name="Picture 4" descr="held_out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747" y="1828800"/>
            <a:ext cx="6172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Sai số và giới hạn</a:t>
            </a:r>
          </a:p>
        </p:txBody>
      </p:sp>
      <p:pic>
        <p:nvPicPr>
          <p:cNvPr id="5" name="Picture 4" descr="error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697" y="1828800"/>
            <a:ext cx="92583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Kiểm tra bổ sung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Bỏ số chu kỳ, bỏ giai đoạn, chỉ dùng điện áp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Kiểm thử riêng 70/30 theo thời gian trong từng pin/giai đoạn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Last known SOH: MAE 5.529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Random Forest: MAE 4.963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Sản phẩm Vincent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Tra cứu hai giai đoạn, tín hiệu và so sánh chu kỳ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Dự đoán một/lô, lịch sử và phiếu kết quả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Chất lượng, nguồn dữ liệu và bảng thực nghiệm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Giao diện ứng dụng</a:t>
            </a:r>
          </a:p>
        </p:txBody>
      </p:sp>
      <p:pic>
        <p:nvPicPr>
          <p:cNvPr id="5" name="Picture 4" descr="vincent_d_sdu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3191" y="1828800"/>
            <a:ext cx="5925312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Kết luận và hướng phát triển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Hoàn thành quy trình dữ liệu → mô hình → ứng dụng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Chưa kiểm chứng trên bộ pin xe thực tế tại Việt Nam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Mở rộng điều kiện vận hành, đánh giá độc lập và độ bất định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Tài liệu và sản phẩm bàn giao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Mã nguồn, mô hình, bảng đặc trưng và dữ liệu nguồn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Notebook đã chạy, CSV thực nghiệm và biểu đồ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Báo cáo Word/PDF, slide và hồ sơ trích dẫn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Nguyễn Văn Duy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