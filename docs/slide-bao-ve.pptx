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Phân tích và dự đoán SOH pin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Nguyễn Văn Duy · 2311553949 · 23DTH2A</a:t>
            </a:r>
          </a:p>
          <a:p>
            <a:pPr>
              <a:defRPr sz="2300"/>
            </a:pPr>
            <a:r>
              <a:t>GVHD theo phiếu: ThS. Vương Xuân Chí</a:t>
            </a:r>
          </a:p>
          <a:p>
            <a:pPr>
              <a:defRPr sz="2300"/>
            </a:pPr>
            <a:r>
              <a:t>Bản nghiên cứu để trao đổi; chưa nghiệm thu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Bài toán và phạm vi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Ước lượng SOH sau 120 giây đầu chu kỳ xả</a:t>
            </a:r>
          </a:p>
          <a:p>
            <a:pPr>
              <a:defRPr sz="2300"/>
            </a:pPr>
            <a:r>
              <a:t>SOH khác SOC và RUL</a:t>
            </a:r>
          </a:p>
          <a:p>
            <a:pPr>
              <a:defRPr sz="2300"/>
            </a:pPr>
            <a:r>
              <a:t>Cell thử nghiệm; chưa có bằng chứng trên xe thực tế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Đọc MATLAB từ bản lưu công khai dẫn nguồn NASA</a:t>
            </a:r>
          </a:p>
          <a:p>
            <a:pPr>
              <a:defRPr sz="2300"/>
            </a:pPr>
            <a:r>
              <a:t>2.089.048 dòng sạch; 4 pin; 636 chu kỳ xả</a:t>
            </a:r>
          </a:p>
          <a:p>
            <a:pPr>
              <a:defRPr sz="2300"/>
            </a:pPr>
            <a:r>
              <a:t>2 dòng sạc thiếu tín hiệu được loại có nhật ký; không nhân bản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Nhãn và đặc trưng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SOH (%) = 100 × capacity / 2 Ah</a:t>
            </a:r>
          </a:p>
          <a:p>
            <a:pPr>
              <a:defRPr sz="2300"/>
            </a:pPr>
            <a:r>
              <a:t>11 đặc trưng: chu kỳ, điện áp, dòng, nhiệt độ</a:t>
            </a:r>
          </a:p>
          <a:p>
            <a:pPr>
              <a:defRPr sz="2300"/>
            </a:pPr>
            <a:r>
              <a:t>Không dùng capacity, SOH hoặc tín hiệu sau 120 giây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Thiết kế kiểm thử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Leave-one-battery-out: 4 vòng</a:t>
            </a:r>
          </a:p>
          <a:p>
            <a:pPr>
              <a:defRPr sz="2300"/>
            </a:pPr>
            <a:r>
              <a:t>Huấn luyện ba pin, kiểm thử pin còn lại</a:t>
            </a:r>
          </a:p>
          <a:p>
            <a:pPr>
              <a:defRPr sz="2300"/>
            </a:pPr>
            <a:r>
              <a:t>Tham số cố định; chuẩn hóa fit trên train; không tuning trên test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Mô hình so sánh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Mean baseline và Cycle Ridge</a:t>
            </a:r>
          </a:p>
          <a:p>
            <a:pPr>
              <a:defRPr sz="2300"/>
            </a:pPr>
            <a:r>
              <a:t>Signal Ridge, Random Forest, HistGradientBoosting</a:t>
            </a:r>
          </a:p>
          <a:p>
            <a:pPr>
              <a:defRPr sz="2300"/>
            </a:pPr>
            <a:r>
              <a:t>Demo chọn RF cố định trước khi xem điểm số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Kết quả thực nghiệm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RF macro MAE: 2.724 điểm phần trăm SOH</a:t>
            </a:r>
          </a:p>
          <a:p>
            <a:pPr>
              <a:defRPr sz="2300"/>
            </a:pPr>
            <a:r>
              <a:t>RF macro RMSE: 3.189</a:t>
            </a:r>
          </a:p>
          <a:p>
            <a:pPr>
              <a:defRPr sz="2300"/>
            </a:pPr>
            <a:r>
              <a:t>Không gọi MAE là độ chính xác phần trăm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So sánh mô hình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0972800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Dự đoán trên pin giữ riêng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held_out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463040"/>
            <a:ext cx="74066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Vincent D · Arial · 6 mục chức năng</a:t>
            </a:r>
          </a:p>
          <a:p>
            <a:pPr>
              <a:defRPr sz="2300"/>
            </a:pPr>
            <a:r>
              <a:t>Dự đoán đơn/lô, lịch sử và phiếu kết quả HTML</a:t>
            </a:r>
          </a:p>
          <a:p>
            <a:pPr>
              <a:defRPr sz="2300"/>
            </a:pPr>
            <a:r>
              <a:t>Mẫu demo đã học, không phải test độc lập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Phân tích bổ sung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Bỏ nhóm đặc trưng: chênh lệch không đủ kết luận nhân quả</a:t>
            </a:r>
          </a:p>
          <a:p>
            <a:pPr>
              <a:defRPr sz="2300"/>
            </a:pPr>
            <a:r>
              <a:t>Kiểm thử 70/30 theo thời gian: RF kém baseline SOH cuối đã biết</a:t>
            </a:r>
          </a:p>
          <a:p>
            <a:pPr>
              <a:defRPr sz="2300"/>
            </a:pPr>
            <a:r>
              <a:t>Không dùng kết quả này để tuyên bố dự đoán RUL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Hạn chế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2 triệu phép đo vẫn chỉ là 4 pin và 636 mẫu SOH</a:t>
            </a:r>
          </a:p>
          <a:p>
            <a:pPr>
              <a:defRPr sz="2300"/>
            </a:pPr>
            <a:r>
              <a:t>Chưa có dữ liệu Việt Nam hoặc xe vận hành thực tế</a:t>
            </a:r>
          </a:p>
          <a:p>
            <a:pPr>
              <a:defRPr sz="2300"/>
            </a:pPr>
            <a:r>
              <a:t>File MAT từ bản lưu, chưa đối chiếu byte với archive S3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Kết luận và bước tiếp theo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Pipeline, dữ liệu sạch, kiểm thử, demo và tài liệu tái lập</a:t>
            </a:r>
          </a:p>
          <a:p>
            <a:pPr>
              <a:defRPr sz="2300"/>
            </a:pPr>
            <a:r>
              <a:t>Bổ sung pin và điều kiện vận hành; đối chiếu kho phát hành</a:t>
            </a:r>
          </a:p>
          <a:p>
            <a:pPr>
              <a:defRPr sz="2300"/>
            </a:pPr>
            <a:r>
              <a:t>Giảng viên xác nhận phạm vi và hình thức bản nộp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